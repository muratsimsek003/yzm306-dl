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7856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DERİN ÖĞRENME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Vanishing Gradient ve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Formüller, Değişkenler ve Sayısal Sorular ile Kapsamlı Rehber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YZM306  |  Yapay Zeka Mühendisliği  |  3. Sınıf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İÇİNDEKİLER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Serileri ve Dizi Verileri — Neden RNN?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190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Mimarisi ve Formülleri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494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Sayısal Soru ve Çözümleri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73152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797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77977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Problemi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73152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101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101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Kapılar ve Formüller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73152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Sayısal Soru ve Çözümleri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731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708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3708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LSTM Karşılaştırma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Zaman Serileri ve Neden RNN?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yapay sinir ağlarının dizi verilerindeki yetersizlikleri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ZAMAN SERILERI VE NEDEN RNN?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ANN'nin Zaman Serilerindeki Yetersizlikleri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 (Klasik Yapay Sinir Ağı)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boyutlu girdi/çıktı: ANN, sabit uzunlukta vektörler bekler.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bağımlılığı yok: Her girdi bağımsız işlenir, önceki adımların etkisi kaybolur.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bilgi kaybı: Önceki zaman adımlarındaki bilgiyi saklayamaz.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bilgisi: Girdilerin sırasını dikkate almaz.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(Tekrarlayan Sinir Ağı)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uzunlukta dizi verisi işleyebilir.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durum (hidden state) ile zamana bağlı bilgiyi taşır.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önceki bilgiyi günceller ve kullanır.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sırası korunur: Girdi sıralaması anlamlıdır.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Alanları: Konuşma tanıma, duygu analizi, DNA dizi analizi, makine çevirisi, zaman serisi tahmini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52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 ve Formülleri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durum güncellemesi, çıkış hesaplaması ve değişken tanımları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Temel Yapısı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dizi verilerini işlemek için tasarlanmış özel bir sinir ağıdır. Her zaman adımında: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Mevcut girdiyi (x_t) alır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Önceki gizli durumu (h_{t-1}) kullanır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Yeni gizli durumu (h_t) hesaplar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Çıktıyı (y_t) üretir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Özellik: Tekrarlayan Bağlantılar (Recurrent Connections)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Nöronlar kendilerine geri dönen bağlantılara sahiptir → bilgi kalıcılığı sağlar.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(Gizli Durum): Önceki girdilerin hafızasını korur.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ağırlık matrisleri (W) her zaman adımında paylaşılır → parametre verimliliği.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52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Temel Formülleri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Formül 1: Gizli Durum Güncellemesi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tanh( W_h · h_{t-1}  +  W_x · x_t  +  b 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veya kısaca:   h_t = f( W · x_t + U · h_{t-1} + b 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105156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Formül 2: Çıkış Hesaplaması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 = g( V · h_t + c 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tanh: Aktivasyon fonksiyonu (çıktı aralığı [-1, 1])     |     g: Çıkış aktivasyonu (softmax veya sigmoid)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52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Değişken Tanımları (Detaylı)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6309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Değişken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×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anındaki girdi vektörü. n = girdi boyutu (özellik sayısı).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anındaki gizli durum (hidden state). m = gizli katman boyutu. Ağın "hafızasıdır".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h_{t-1}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önceki zaman adımındaki gizli durum. Başlangıçta genellikle sıfır vektörü.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W_x (veya W)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ağırlık matrisi. Girdi vektörünü gizli duruma dönüştürür.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W_h (veya U)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Gizli-gizli ağırlık matrisi. Önceki gizli durumu yeni duruma bağlar.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×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(yanlılık) vektörü. Her nörona sabit bir değer ekler.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 × 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Çıkış ağırlık matrisi. Gizli durumu çıktıya dönüştürür. k = çıktı boyutu.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 ×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anındaki çıktı vektörü. Tahmin sonucu.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52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Aktivasyon Fonksiyonu: tanh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tanh(z) = (e^z - e^(-z)) / (e^z + e^(-z))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Aralığı: [-1, +1]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merkezli → gradyan hesabı daha iyi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Sigmoid'e göre daha güçlü gradyan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gizli durumunda standart seçim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840480" cy="1828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e^(-z))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Aralığı: [0, 1]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yorumu → kapı mekanizmalarında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kapılarında (forget, input, output) kullanılır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tamamen unut, 1 = tamamen hatırla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Sayısal Örnekler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tanh(0) = 0    |    tanh(1) ≈ 0.762    |    tanh(-1) ≈ -0.762    |    tanh(2) ≈ 0.964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σ(0) = 0.5     |    σ(1) ≈ 0.731       |    σ(-1) ≈ 0.269       |    σ(2) ≈ 0.881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Örnek: tanh(0.91) = (e^0.91 - e^(-0.91)) / (e^0.91 + e^(-0.91)) = (2.484 - 0.403) / (2.484 + 0.403) ≈ 0.72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52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 Türleri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One-to-One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girdi → Tek çıktı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NN (sınıflandırma)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188720"/>
            <a:ext cx="1554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One-to-Many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78308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girdi → Dizi çıktı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Resim açıklama (captioning)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18872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188720"/>
            <a:ext cx="15544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Many-to-One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78308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girdi → Tek çıktı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18872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188720"/>
            <a:ext cx="155448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178308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girdi → Dizi çıktı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çevirisi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118872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0" y="1188720"/>
            <a:ext cx="155448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178308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Eşzamanlı dizi → dizi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sınıflandırma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52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MIMARISI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Adım Adım Hesaplama Prosedürü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0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Girdi 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188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girdi vektörünü al (örn: sıcaklık, nem)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64008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Gizli durumu hesapla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tanh(W_x · x_t + W_h · h_{t-1} + 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Çıktı üret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017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 = g(V · h_t + 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64008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Sonraki adıma geç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931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→ h_{t-1} olarak bir sonraki adıma aktar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52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Sayısal Sorular ve Çözümler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1: RoboSense RNN Gizli Durum Hesaplaması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robotik sensör sistemi olan RoboSense, ortam koşullarını analiz etmek için bir RNN hücresi kullanmaktadır.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adımında sıcaklık ve nem verilerini toplayarak yeni gizli durum hesaplar.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Formül:  h_t = tanh(W · x_t + U · h_{t-1} +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 Değerler: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1)ᵀ  → sıcaklık=3, nem=1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vektörü (2×1)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h_{t-1}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-0.3)ᵀ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Önceki gizli durum (2×1)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[[0.1, 0.2], [0.3, 0.4]]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ağırlık matrisi (2×2)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[[0.5, -0.2], [-0.1, 0.6]]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Gizli-gizli ağırlık matrisi (2×2)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(0.1, -0.1)ᵀ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vektörü (2×1)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İSTENEN: h_t vektörünü hesaplayınız. tanh fonksiyonunu her elemana yaklaşık 2 ondalık basamağa yuvarlayınız.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52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1 — ÇÖZÜM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1 — Adım 1: W · x_t Hesabı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· x_t hesaplanır: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0.1  0.2 |   | 3 |   | 0.1×3 + 0.2×1 |   | 0.3+0.2 |   | 0.5 |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0.3  0.4 | × | 1 | = | 0.3×3 + 0.4×1 | = | 0.9+0.4 | = | 1.3 |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Sonuç: W · x_t = (0.5, 1.3)ᵀ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2: U · h_{t-1} Hesabı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0.5  -0.2 |   | 0.5  |   | 0.5×0.5 + (-0.2)×(-0.3) |   | 0.25+0.06 |   | 0.31 |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|-0.1   0.6 | × |-0.3  | = | (-0.1)×0.5 + 0.6×(-0.3) | = |-0.05-0.18 | = |-0.23 |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Sonuç: U · h_{t-1} = (0.31, -0.23)ᵀ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52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1 — ÇÖZÜM (DEVAM)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1 — Adım 3: Toplama ve Bias Ekleme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W·x_t + U·h_{t-1} + 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(0.5, 1.3)ᵀ + (0.31, -0.23)ᵀ + (0.1, -0.1)ᵀ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 = 0.5 + 0.31 + 0.1 = 0.91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z₂ = 1.3 + (-0.23) + (-0.1) = 0.97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Sonuç: z = (0.91, 0.97)ᵀ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4: tanh Aktivasyonu Uygulama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tanh(z) = tanh((0.91, 0.97)ᵀ)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h_t[1] = tanh(0.91) ≈ 0.72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h_t[2] = tanh(0.97) ≈ 0.75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SONUÇ:  h_t = (0.72, 0.75)ᵀ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52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2: WeatherBot — Hava Durumu Tahmini (RNN ile Tam Hesaplama)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WeatherBot, çevredeki hava koşullarını sürekli izleyerek gelecekteki yağış ihtimalini tahmin eden bir robot.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hücresi, hem geçmiş ölçümlerin bilgisini (h_{t-1}) hem de anlık sensör verilerini (x_t) kullanarak gizli durum günceller.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Gizli Durum Formülü:  h_t = ReLU(W_x · x_t + W_h · h_{t-1} + b)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Çıkış Formülü:        y_t = σ(V · h_t + c)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132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(-1, 2, 0.5)ᵀ   (sıcaklık farkı, nem, rüzgar)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h_{t-1}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-0.2)ᵀ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[[0.2, -0.1, 0.4], [0.5, 0.3, -0.2]]   (2×3 matris)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[[0.3, 0.6], [-0.4, 0.2]]   (2×2 matris)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(0.1, -0.1)ᵀ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[[-0.2, 0.8]]   (1×2 matris)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   (skaler bias)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İSTENEN: h_t, y_t hesaplayınız. ReLU(z) = max(0,z), σ(z) = 1/(1+e^(-z)) kullanınız. Yaklaşık 3 ondalık.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52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2 — ÇÖZÜM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2 — Adım 1: W_x · x_t Hesabı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W_x · x_t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0.2  -0.1  0.4 |   |-1  |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0.5   0.3 -0.2 | × | 2  |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| 0.5|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Satır 1: 0.2×(-1) + (-0.1)×2 + 0.4×0.5 = -0.2 - 0.2 + 0.2 = -0.2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Satır 2: 0.5×(-1) + 0.3×2 + (-0.2)×0.5 = -0.5 + 0.6 - 0.1 = 0.0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W_x · x_t = (-0.2, 0.0)ᵀ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2: W_h · h_{t-1} Hesabı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Satır 1: 0.3×0.5 + 0.6×(-0.2) = 0.15 - 0.12 = 0.03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Satır 2: (-0.4)×0.5 + 0.2×(-0.2) = -0.20 - 0.04 = -0.24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W_h · h_{t-1} = (0.03, -0.24)ᵀ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52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2 — ÇÖZÜM (DEVAM)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2 — Adım 3-5: Toplama, ReLU ve Çıkış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z = W_x·x_t + W_h·h_{t-1} +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(-0.2, 0.0)ᵀ + (0.03, -0.24)ᵀ + (0.1, -0.1)ᵀ = (-0.07, -0.34)ᵀ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4: h_t = ReLU(z)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ReLU(-0.07) = max(0, -0.07)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ReLU(-0.34) = max(0, -0.34) = 0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h_t = (0, 0)ᵀ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5: Çıkış Hesabı → y_t = σ(V · h_t + 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· h_t = [-0.2, 0.8] · [0, 0]ᵀ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 = σ(0 + 0.1) = σ(0.1) = 1/(1+e^(-0.1)) ≈ 0.525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SONUÇ: h_t = (0, 0)ᵀ  →  y_t = σ(0.1) ≈ 0.525 (%52.5 yağmur olasılığı)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ReLU ile negatif değerler sıfırlanarak bilgi kaybı yaşandı — bu vanishing gradient sorununu gösterir.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52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3: İki Adımlı RNN — Sıcaklık Tahmini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RNN modeli iki adımda sıcaklık verisi işlemektedir. Her adımda tek bir skaler girdi alır.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Formül:  h_t = tanh(w_x · x_t + w_h · h_{t-1} + b)        (Skaler versiyon)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Parametreler: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w_x = 0.5,  w_h = 0.8,  b = 0.1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h_0 = 0  (başlangıç gizli durumu)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Girdiler: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t=1: x₁ = 1.0  (sıcaklık ölçümü 1)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t=2: x₂ = -0.5 (sıcaklık ölçümü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İSTENEN: h₁ ve h₂ değerlerini hesaplayınız.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 / 52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SAYISAL SORU 3 — ÇÖZÜM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3 — Adım Adım Çözüm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 (t=1):  h₁ = tanh(w_x · x₁ + w_h · h₀ + b)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= tanh(0.5 × 1.0 + 0.8 × 0 + 0.1)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= tanh(0.5 + 0 + 0.1) = tanh(0.6) ≈ 0.537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 (t=2):  h₂ = tanh(w_x · x₂ + w_h · h₁ + b)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 = tanh(0.5 × (-0.5) + 0.8 × 0.537 + 0.1)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 = tanh(-0.25 + 0.430 + 0.1) = tanh(0.280) ≈ 0.273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</a:rPr>
              <a:t>SONUÇLAR: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= tanh(0.6) ≈ 0.537    |    h₂ = tanh(0.280) ≈ 0.273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/ 52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Vanishing Gradient Problemi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Gradyanların kaybolması ve uzun vadeli bağımlılıkların öğrenilememesi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VANISHING GRADIENT PROBLEMI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Gradyan Nedir ve Neden Kaybolur?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(Gradient): Kayıp fonksiyonunun ağırlıklara göre kısmi türevidir. Ağırlıkları güncellemek için kullanılır.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(Backpropagation Through Time) ile her zaman adımında gradyanlar zincir kuralı ile çarpılır.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Sigmoid/tanh türevleri 0-1 arasında → her çarpımda gradyan küçülür.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dizilerde gradyan neredeyse sıfıra iner → ağ önceki bilgiyi öğrenemez.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gradient: Tersi de olabilir — gradyanlar kontrolsüz büyür.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2461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 = ∏(t=k→T) ∂h_t/∂h_{t-1}  ×  ∂h_k/∂W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|∂h_t/∂h_{t-1}| &lt; 1 → çarpımlar gittikçe küçülür → Vanishing Gradient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|∂h_t/∂h_{t-1}| &gt; 1 → çarpımlar gittikçe büyür → Exploding Gradient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 / 52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VANISHING GRADIENT PROBLEMI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 Yöntemleri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Uygun Ağırlık Başlatma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veya He initialization ile W matrislerinin başlangıç değerleri kontrollü seçilir.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ReLU Aktivasyon Fonksiyonu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ReLU(z) = max(0,z) — türevi 0 veya 1 olduğundan gradyan kaybolmaz.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Clipping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değer (threshold) koyarak aşırı büyük gradyanlar kırpılır. Exploding gradient'ı önler.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/ GRU Kullanımı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mekanizmaları ile gradyan akışı kontrol edilir — en etkili çözüm.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23 / 52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Long Short-Term Memory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Kısa Süreli Hafıza — Kapılar, Formüller ve Mekanizmalar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(Long Short-Term Memory), 1997 yılında Hochreiter &amp; Schmidhuber tarafından vanishing gradient problemini çözmek için geliştirilmiş özel bir RNN türüdür.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Fark: LSTM, RNN'den farklı olarak iki tür durum bilgisi taşır: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— Hidden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vadeli hafıza. Her adımda güncellenir. Çıkış üretmek için kullanılır.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3840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— Cell 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vadeli hafıza. Bilgiyi hücreler boyunca taşır. Kapılar ile kontrol edilir.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LSTM'in 4 Ana Bileşeni: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 Gate (f_t)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Neyin unutulacağına karar verir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39776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Gate (i_t)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4343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bilginin ne kadar ekleneceğini belirler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9776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State (C_t)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vadeli bilgiyi taşır ve günceller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39776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Gate (o_t)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4343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olarak ne verileceğini belirler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25 / 52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FORMÜLLERI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Tüm Formüller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 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430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= σ(W_f · [h_{t-1}, x_t] + b_f)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10972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0→unut, 1→hatırla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73152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Gate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7830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= σ(W_i · [h_{t-1}, x_t] + b_i)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17373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bilgi ne kadar eklensin?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73152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774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 Cell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16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2316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C̃_t = tanh(W_C · [h_{t-1}, x_t] + b_C)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3774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 hücre durumu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73152" cy="5303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State 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306324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0632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f_t ⊙ C_{t-1} + i_t ⊙ C̃_t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30175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Eski+yeni bilgi birleşimi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73152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370332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7033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 = σ(W_o · [h_{t-1}, x_t] + b_o)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36576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ne olsun?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73152" cy="53035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976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State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4343400"/>
            <a:ext cx="48463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343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o_t ⊙ tanh(C_t)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06640" y="42976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gizli durum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 = Hadamard çarpımı (eleman-bazlı çarpım)    |    σ = Sigmoid fonksiyonu    |    [h,x] = birleştirme (concatenation)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/ 52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FORGET GATE (UNUTMA KAPISI)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 Gate — Detaylı Açıklama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FEF2F2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= σ( W_f · [h_{t-1}, x_t] + b_f 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Değişken Açıklamaları: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gate çıkışı. Her eleman [0,1] arasında. 0=tamamen unut, 1=tamamen hatırla.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gate ağırlık matrisi. Boyut: m × (m+n), m=gizli boyut, n=girdi boyutu.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[h_{t-1}, x_t]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Önceki gizli durum ve mevcut girdinin birleştirilmesi (concatenation). Boyut: (m+n) × 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gate bias vektörü. Boyut: m × 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aktivasyon → çıkışı [0,1] arasına sıkıştırır. Bir "geçiş oranı" olarak yorumlanır.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Mantığı: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gizli durum (h_{t-1}) ve güncel girdi (x_t) sigmoid fonksiyonundan geçirilir. Çıkış 0'a yakınsa → bilgi unutulur, 1'e yakınsa → cell state'e taşınır.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27 / 52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INPUT GATE (GIRIŞ KAPISI)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Gate — Detaylı Açıklama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F0FDF4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= σ( W_i · [h_{t-1}, x_t] + b_i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FFBEB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C̃_t = tanh( W_C · [h_{t-1}, x_t] + b_C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 (i_t):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fonksiyonu ile hangi bilgilerin güncelleneceğine karar verir. [0,1] arasında çıktı üretir.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Cell State (C̃_t):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ile [-1,1] arasında yeni aday değerler üretir. "Potansiyel yeni bilgi" olarak düşünülebilir.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İkisi birlikte çalışır: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i_t, C̃_t'nin ne kadarının cell state'e ekleneceğini belirler → i_t ⊙ C̃_t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gate çıkışı [0,1]. Yeni bilginin ne oranda kabul edileceğini kontrol eder.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C̃_t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Aday hücre durumu [-1,1]. "Ne kadar yeni bilgi" üretildiğini belirler.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W_i, W_C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Sırasıyla input gate ve candidate cell state ağırlık matrisleri. Boyut: m × (m+n).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b_i, b_C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Sırasıyla bias vektörleri. Boyut: m × 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28 / 52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CELL STATE (HÜCRE DURUMU)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State Güncellemesi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f_t ⊙ C_{t-1}  +  i_t ⊙ C̃_t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formül LSTM'in en kritik adımıdır. İki terimden oluşur: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840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Terim 1: f_t ⊙ C_{t-1}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"Eski bilgiden ne kadar kalsın?"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0 → Eski bilgi tamamen silinir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1 → Eski bilgi aynen korunur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3840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Terim 2: i_t ⊙ C̃_t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06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"Yeni bilgiden ne kadar eklensin?"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 = 0 → Yeni bilgi eklenmez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 = 1 → Aday bilgi tamamen eklenir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Analoji: Cell state bir konveyör bant gibidir. Forget gate, banttaki gereksiz bilgileri düşürür. Input gate, yeni bilgileri banta ekler. Bilgi, minimal değişiklikle uzun mesafeler boyunca taşınabilir — bu yüzden LSTM uzun vadeli bağımlılıkları öğrenebilir.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29 / 52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OUTPUT GATE (ÇIKIŞ KAPISI)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Gate — Detaylı Açıklama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F5F3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 = σ( W_o · [h_{t-1}, x_t] + b_o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5F3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83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o_t ⊙ tanh( C_t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Mantığı: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Önceki gizli durum (h_{t-1}) ve mevcut girdi (x_t) sigmoid'den geçer → o_t [0,1]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Güncellenmiş cell state (C_t) tanh'tan geçer → değerler [-1,1] aralığına sıkıştırılır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İkisi eleman bazlı çarpılır → h_t = o_t ⊙ tanh(C_t)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h_t hem çıktı üretmek hem bir sonraki adıma aktarılmak için kullanılır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gate çıkışı [0,1]. Cell state'in ne kadarının dışarı verilip gizli duruma aktarılacağını belirler.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W_o, b_o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gate ağırlık matrisi ve bias vektörü.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Güncellenmiş gizli durum. Bir sonraki hücreye girdi olarak gider VE çıkış katmanına verilir.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/ 52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FORMÜL ÖZETI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Hesaplama Akışı (Tam Özet)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 Gate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09728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= σ(W_f · [h_{t-1}, x_t] + b_f)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0972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bilgiden ne kadar kalsın?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5720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Gate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= σ(W_i · [h_{t-1}, x_t] + b_i)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7373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bilgi ne oranda kabul edilsin?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57200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37744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C̃_t = tanh(W_C · [h_{t-1}, x_t] + b_C)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377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Potansiyel yeni bilgi nedir?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57200" cy="5303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State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01752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f_t ⊙ C_{t-1} + i_t ⊙ C̃_t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0175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Hafızayı güncelle!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57200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576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65760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 = σ(W_o · [h_{t-1}, x_t] + b_o)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6576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kadarı çıkışa verilsin?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457200" cy="53035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97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State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429768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o_t ⊙ tanh(C_t)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42976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ve sonraki adım girdisi.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/ 52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Sayısal Sorular ve Çözümler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4: SmartGreen — LSTM ile Ortam İzleme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SmartGreen, bir akıllı ortam izleme sistemidir. Sıcaklık ve nem verilerini sürekli toplayarak ortam durumunu tahmin eder.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hücresi kullanılarak x_t, h_{t-1}, C_{t-1} ile yeni h_t ve C_t hesaplanacaktır.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223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-0.3)ᵀ   (sıcaklık farkı, nem değişimi)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h_{t-1}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(0.2, -0.1)ᵀ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C_{t-1}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(0.4, 0.1)ᵀ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[[0.1, 0.2, 0.3, -0.1], [0.2, -0.1, 0.4, 0.1]]  (2×4)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[[0.3, 0.1, -0.2, 0.4], [-0.1, 0.3, 0.1, 0.2]]  (2×4)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[[-0.2, 0.4, 0.1, 0.3], [0.3, -0.1, 0.2, -0.2]]  (2×4)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[[0.2, -0.3, 0.1, 0.2], [0.1, 0.4, -0.1, 0.3]]  (2×4)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b_f,b_i,b_C,b_o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Hepsi = (0, 0)ᵀ  (basitlik için sıfır)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İSTENEN: f_t, i_t, C̃_t, C_t, o_t, h_t hesaplayınız. σ(z) ve tanh(z) değerlerini 3 ondalık basamağa yuvarlayınız.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33 / 52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4 — ÇÖZÜM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4 — Adım 1: Birleştirme ve Forget Gate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[h_{t-1}, x_t] birleştirmesi: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[h_{t-1}, x_t] = [0.2, -0.1, 0.5, -0.3]ᵀ   (4×1 vektör)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Gate:  z_f = W_f · [h_{t-1}, x_t] + b_f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z_f[1] = 0.1(0.2) + 0.2(-0.1) + 0.3(0.5) + (-0.1)(-0.3) = 0.02-0.02+0.15+0.03 = 0.18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z_f[2] = 0.2(0.2) + (-0.1)(-0.1) + 0.4(0.5) + 0.1(-0.3) = 0.04+0.01+0.20-0.03 = 0.22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= σ(z_f) = (σ(0.18), σ(0.22))ᵀ = (0.545, 0.555)ᵀ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Hatırlatma: σ(z) = 1/(1+e^(-z))   →   σ(0.18) = 1/(1+e^(-0.18)) = 1/(1+0.835) = 1/1.835 ≈ 0.545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σ(0.22) = 1/(1+e^(-0.22)) = 1/(1+0.803) = 1/1.803 ≈ 0.555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34 / 52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4 — ÇÖZÜM (DEVAM)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4 — Adım 2: Input Gate ve Candidate Cell 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Gate:  z_i = W_i · [h_{t-1}, x_t] + b_i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z_i[1] = 0.3(0.2) + 0.1(-0.1) + (-0.2)(0.5) + 0.4(-0.3) = 0.06-0.01-0.10-0.12 = -0.17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z_i[2] = (-0.1)(0.2) + 0.3(-0.1) + 0.1(0.5) + 0.2(-0.3) = -0.02-0.03+0.05-0.06 = -0.06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= σ(z_i) = (σ(-0.17), σ(-0.06))ᵀ = (0.458, 0.485)ᵀ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Cell State:  z_C = W_C · [h_{t-1}, x_t] + b_C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z_C[1] = (-0.2)(0.2) + 0.4(-0.1) + 0.1(0.5) + 0.3(-0.3) = -0.04-0.04+0.05-0.09 = -0.12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z_C[2] = 0.3(0.2) + (-0.1)(-0.1) + 0.2(0.5) + (-0.2)(-0.3) = 0.06+0.01+0.10+0.06 = 0.23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C̃_t = tanh(z_C) = (tanh(-0.12), tanh(0.23))ᵀ ≈ (-0.119, 0.226)ᵀ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35 / 52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4 — ÇÖZÜM (DEVAM)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4 — Adım 3: Cell State Güncelleme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f_t ⊙ C_{t-1} + i_t ⊙ C̃_t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 1: f_t ⊙ C_{t-1}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(0.545, 0.555)ᵀ ⊙ (0.4, 0.1)ᵀ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(0.545×0.4, 0.555×0.1)ᵀ = (0.218, 0.056)ᵀ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 2: i_t ⊙ C̃_t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(0.458, 0.485)ᵀ ⊙ (-0.119, 0.226)ᵀ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(0.458×(-0.119), 0.485×0.226)ᵀ = (-0.055, 0.110)ᵀ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(0.218, 0.056)ᵀ + (-0.055, 0.110)ᵀ = (0.163, 0.166)ᵀ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36 / 52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4 — ÇÖZÜM (DEVAM)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4 — Adım 4: Output Gate ve Hidden 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Gate:  z_o = W_o · [h_{t-1}, x_t] + b_o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z_o[1] = 0.2(0.2) + (-0.3)(-0.1) + 0.1(0.5) + 0.2(-0.3) = 0.04+0.03+0.05-0.06 = 0.06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z_o[2] = 0.1(0.2) + 0.4(-0.1) + (-0.1)(0.5) + 0.3(-0.3) = 0.02-0.04-0.05-0.09 = -0.16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 = σ(z_o) = (σ(0.06), σ(-0.16))ᵀ = (0.515, 0.460)ᵀ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State:  h_t = o_t ⊙ tanh(C_t)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tanh(C_t) = tanh((0.163, 0.166)ᵀ) = (tanh(0.163), tanh(0.166))ᵀ ≈ (0.162, 0.165)ᵀ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o_t ⊙ tanh(C_t) = (0.515, 0.460)ᵀ ⊙ (0.162, 0.165)ᵀ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(0.515×0.162, 0.460×0.165)ᵀ = (0.083, 0.076)ᵀ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SONUÇLAR: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= (0.163, 0.166)ᵀ    |    h_t = (0.083, 0.076)ᵀ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37 / 52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5: Basitleştirilmiş LSTM — Skaler Hesaplama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değişkenlerin skaler (1×1) olduğu basit bir LSTM hücresi için aşağıdaki değerler verilmiştir: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= 1.0,   h_{t-1} = 0.5,   C_{t-1} = 0.8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 (birleşik [h,x] için):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 = [0.3, 0.7], b_f = 0.1      (Forget Gate)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w_i = [0.5, 0.2], b_i = -0.1     (Input Gate)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 = [0.4, -0.3], b_C = 0.0     (Candidate)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w_o = [-0.1, 0.6], b_o = 0.05    (Output Gate)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w · [h, x] = w₁×h_{t-1} + w₂×x_t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İSTENEN: f_t, i_t, C̃_t, C_t, o_t, h_t değerlerini hesaplayınız.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38 / 52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5 — ÇÖZÜM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 5 — Tam Çözüm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Forget Gate: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z_f = 0.3×0.5 + 0.7×1.0 + 0.1 = 0.15 + 0.70 + 0.1 = 0.95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f_t = σ(0.95) = 1/(1+e^(-0.95)) ≈ 0.721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Gate: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z_i = 0.5×0.5 + 0.2×1.0 + (-0.1) = 0.25 + 0.20 - 0.1 = 0.35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i_t = σ(0.35) ≈ 0.587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Candidate Cell State: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z_C = 0.4×0.5 + (-0.3)×1.0 + 0 = 0.20 - 0.30 = -0.10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C̃_t = tanh(-0.10) ≈ -0.100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Cell State:  C_t = f_t × C_{t-1} + i_t × C̃_t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C_t = 0.721 × 0.8 + 0.587 × (-0.100) = 0.577 - 0.059 = 0.518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Output Gate: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z_o = (-0.1)×0.5 + 0.6×1.0 + 0.05 = -0.05 + 0.60 + 0.05 = 0.60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o_t = σ(0.60) ≈ 0.646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Hidden State:  h_t = o_t × tanh(C_t) = 0.646 × tanh(0.518) ≈ 0.646 × 0.475 ≈ 0.307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39 / 52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SAYISAL SORU 5 — SONUÇ TABLOSU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Tablosu ve Yorumlama</a:t>
            </a:r>
            <a:endParaRPr lang="en-US" sz="2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0.721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bilginin %72.1'i korunuyor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bilginin %58.7'si kabul ediliyor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C̃_t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Aday değer negatif → hafif azaltma etkisi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→ 0.518'e düştü (kısmi unutma + yeni bilgi)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0.646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state'in %64.6'sı çıkışa veriliyor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gizli durum → bir sonraki adıma aktarılır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Gözlem: Forget gate (0.721) oldukça yüksek → model eski bilgiyi büyük ölçüde koruyor. Input gate (0.587) orta düzeyde → yeni bilgi kısmen ekleniyor. Bu, LSTM'in dengeleme yeteneğini gösterir.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40 / 52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vs LSTM Karşılaştırma</a:t>
            </a:r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VS LSTM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Detaylı Karşılaştırma Tablosu</a:t>
            </a:r>
            <a:endParaRPr lang="en-US" sz="2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gizli durum (h_t)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 durum (h_t) + Cell state (C_t)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Hafıza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vadeli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 kısa hem uzun vadeli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Mekanizması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Forget, Input, Output kapıları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Ciddi sorun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ölçüde çözülmüş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 Sayısı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(1 ağırlık matrisi)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~4× fazla (4 kapı matrisi)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Hesaplama Maliyeti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Hızı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yavaş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Diziler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Başarısız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Başarılı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 Alanı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diziler, basit görevler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Metin, duygu analizi, zaman serileri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42 / 52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7856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ÖZET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→ Dizi verileri için temel mimari  |  Gizli durum ile hafıza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→ Uzun dizilerde gradyan kaybı problemi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→ Kapılar ile uzun vadeli bağımlılıkları öğrenen gelişmiş RNN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 |  YZM306  |  Hafta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 - RNN ve LSTM</dc:title>
  <dc:subject>PptxGenJS Presentation</dc:subject>
  <dc:creator>Dr.Öğr.Üyesi</dc:creator>
  <cp:lastModifiedBy>Dr.Öğr.Üyesi</cp:lastModifiedBy>
  <cp:revision>1</cp:revision>
  <dcterms:created xsi:type="dcterms:W3CDTF">2026-04-15T07:27:21Z</dcterms:created>
  <dcterms:modified xsi:type="dcterms:W3CDTF">2026-04-15T07:27:21Z</dcterms:modified>
</cp:coreProperties>
</file>